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517017-4A25-854F-8D29-A3B55A69BFA9}" v="2" dt="2020-04-25T15:53:01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79"/>
    <p:restoredTop sz="94694"/>
  </p:normalViewPr>
  <p:slideViewPr>
    <p:cSldViewPr snapToGrid="0" snapToObjects="1" showGuides="1">
      <p:cViewPr>
        <p:scale>
          <a:sx n="167" d="100"/>
          <a:sy n="167" d="100"/>
        </p:scale>
        <p:origin x="960" y="2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 Capovilla" userId="a239e71cb1fbdb18" providerId="LiveId" clId="{CF517017-4A25-854F-8D29-A3B55A69BFA9}"/>
    <pc:docChg chg="custSel addSld delSld modSld">
      <pc:chgData name="Nicola Capovilla" userId="a239e71cb1fbdb18" providerId="LiveId" clId="{CF517017-4A25-854F-8D29-A3B55A69BFA9}" dt="2020-04-25T15:53:16.718" v="75" actId="2696"/>
      <pc:docMkLst>
        <pc:docMk/>
      </pc:docMkLst>
      <pc:sldChg chg="addSp modSp">
        <pc:chgData name="Nicola Capovilla" userId="a239e71cb1fbdb18" providerId="LiveId" clId="{CF517017-4A25-854F-8D29-A3B55A69BFA9}" dt="2020-04-25T15:37:46.926" v="72" actId="20577"/>
        <pc:sldMkLst>
          <pc:docMk/>
          <pc:sldMk cId="2786947656" sldId="257"/>
        </pc:sldMkLst>
        <pc:spChg chg="mod">
          <ac:chgData name="Nicola Capovilla" userId="a239e71cb1fbdb18" providerId="LiveId" clId="{CF517017-4A25-854F-8D29-A3B55A69BFA9}" dt="2020-04-25T15:28:45.059" v="33" actId="20577"/>
          <ac:spMkLst>
            <pc:docMk/>
            <pc:sldMk cId="2786947656" sldId="257"/>
            <ac:spMk id="4" creationId="{0D9C417A-E291-2549-B9C2-CFBF7EACC3ED}"/>
          </ac:spMkLst>
        </pc:spChg>
        <pc:spChg chg="mod">
          <ac:chgData name="Nicola Capovilla" userId="a239e71cb1fbdb18" providerId="LiveId" clId="{CF517017-4A25-854F-8D29-A3B55A69BFA9}" dt="2020-04-25T15:37:46.926" v="72" actId="20577"/>
          <ac:spMkLst>
            <pc:docMk/>
            <pc:sldMk cId="2786947656" sldId="257"/>
            <ac:spMk id="28" creationId="{2D27AB70-21D0-E54C-970E-EB06517B2CB3}"/>
          </ac:spMkLst>
        </pc:spChg>
        <pc:spChg chg="mod">
          <ac:chgData name="Nicola Capovilla" userId="a239e71cb1fbdb18" providerId="LiveId" clId="{CF517017-4A25-854F-8D29-A3B55A69BFA9}" dt="2020-04-25T15:37:37.943" v="71" actId="1076"/>
          <ac:spMkLst>
            <pc:docMk/>
            <pc:sldMk cId="2786947656" sldId="257"/>
            <ac:spMk id="33" creationId="{7CCC6986-1632-3546-8624-30797C1F6369}"/>
          </ac:spMkLst>
        </pc:spChg>
        <pc:spChg chg="mod">
          <ac:chgData name="Nicola Capovilla" userId="a239e71cb1fbdb18" providerId="LiveId" clId="{CF517017-4A25-854F-8D29-A3B55A69BFA9}" dt="2020-04-25T15:28:18.193" v="0" actId="1076"/>
          <ac:spMkLst>
            <pc:docMk/>
            <pc:sldMk cId="2786947656" sldId="257"/>
            <ac:spMk id="54" creationId="{7C149FA3-EE26-2F47-8F10-A4B0EFAD7461}"/>
          </ac:spMkLst>
        </pc:spChg>
        <pc:spChg chg="add mod">
          <ac:chgData name="Nicola Capovilla" userId="a239e71cb1fbdb18" providerId="LiveId" clId="{CF517017-4A25-854F-8D29-A3B55A69BFA9}" dt="2020-04-25T15:37:27.680" v="68" actId="1076"/>
          <ac:spMkLst>
            <pc:docMk/>
            <pc:sldMk cId="2786947656" sldId="257"/>
            <ac:spMk id="76" creationId="{51CE9F1B-4B5F-8047-B27E-3973AC3AB37A}"/>
          </ac:spMkLst>
        </pc:spChg>
        <pc:cxnChg chg="mod">
          <ac:chgData name="Nicola Capovilla" userId="a239e71cb1fbdb18" providerId="LiveId" clId="{CF517017-4A25-854F-8D29-A3B55A69BFA9}" dt="2020-04-25T15:37:30.243" v="69" actId="14100"/>
          <ac:cxnSpMkLst>
            <pc:docMk/>
            <pc:sldMk cId="2786947656" sldId="257"/>
            <ac:cxnSpMk id="29" creationId="{78174D31-4BEB-084C-BC25-AD6C4DBC8E42}"/>
          </ac:cxnSpMkLst>
        </pc:cxnChg>
      </pc:sldChg>
      <pc:sldChg chg="delSp add del">
        <pc:chgData name="Nicola Capovilla" userId="a239e71cb1fbdb18" providerId="LiveId" clId="{CF517017-4A25-854F-8D29-A3B55A69BFA9}" dt="2020-04-25T15:53:16.718" v="75" actId="2696"/>
        <pc:sldMkLst>
          <pc:docMk/>
          <pc:sldMk cId="2361002983" sldId="258"/>
        </pc:sldMkLst>
        <pc:spChg chg="del">
          <ac:chgData name="Nicola Capovilla" userId="a239e71cb1fbdb18" providerId="LiveId" clId="{CF517017-4A25-854F-8D29-A3B55A69BFA9}" dt="2020-04-25T15:53:07.206" v="74" actId="478"/>
          <ac:spMkLst>
            <pc:docMk/>
            <pc:sldMk cId="2361002983" sldId="258"/>
            <ac:spMk id="2" creationId="{AD40CBFE-D78F-8D4F-994B-B5BD15CAAB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70AD57-13CC-474E-8F73-98B61028B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48176A6-D4B0-A64E-AEF4-5F1878E48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266834-AC2B-3649-BDD7-C3AB47486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AAF0E-68FA-E14A-A501-4AB87F1D676E}" type="datetimeFigureOut">
              <a:rPr lang="it-IT" smtClean="0"/>
              <a:t>25/04/20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7AD59A8-A948-334C-9A35-ABB7D81C0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88E3473-C08D-F44F-84C2-A40C537E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CD31-79A4-7E45-9199-1C4DDF36AD5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3159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F3DF2B-9C86-A344-931B-516DC42FA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1E125C-FEEE-AF4F-A602-271D2E4BF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7B3C64C-FA09-BA45-8453-8E35DFB55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AAF0E-68FA-E14A-A501-4AB87F1D676E}" type="datetimeFigureOut">
              <a:rPr lang="it-IT" smtClean="0"/>
              <a:t>25/04/20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12075A-E9D3-D54B-B97B-31286A25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3A77F55-9AFE-E549-80A3-AF228C552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CD31-79A4-7E45-9199-1C4DDF36AD5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7759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786632-98E1-BC42-924D-CF0135FEB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3C6AAF-AA9A-3D42-8947-5E8A8D53A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290C7F-38B0-144D-978B-9465FA0E0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AAF0E-68FA-E14A-A501-4AB87F1D676E}" type="datetimeFigureOut">
              <a:rPr lang="it-IT" smtClean="0"/>
              <a:t>25/04/20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772211A-7C7F-924B-AFE2-60E00BD7D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18158F-70F5-9F45-82C8-797339857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CD31-79A4-7E45-9199-1C4DDF36AD5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6349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31CC27-16FD-B046-BC36-21A6E82B4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846C54-0A01-CE4E-80C3-08CD4967E8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C192DAD-4CBF-C548-A536-4FFD64948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7834F92-6EF6-094E-AB0D-BF1066008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AAF0E-68FA-E14A-A501-4AB87F1D676E}" type="datetimeFigureOut">
              <a:rPr lang="it-IT" smtClean="0"/>
              <a:t>25/04/20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145B554-F655-C640-B80C-3D5F9461A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2C1A8CD-1FC1-F24B-9B1B-572E511D0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CD31-79A4-7E45-9199-1C4DDF36AD5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9162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8A7DEB-008B-7E47-890C-520DB0BA4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9393C98-137B-B648-8106-4E38B0C32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4D2B692-9F61-7E44-A9A3-5C0BFA5E7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49C8924-001D-CD44-8DC2-2CA2FA8FF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0D5F9FD-42F2-3E46-A529-60B1D2B33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E7ED681-CD25-5A40-9532-8F85DBA5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AAF0E-68FA-E14A-A501-4AB87F1D676E}" type="datetimeFigureOut">
              <a:rPr lang="it-IT" smtClean="0"/>
              <a:t>25/04/20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52BBE10-6A96-5349-9CD1-E722D007A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1723995-B526-144E-8115-37868223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CD31-79A4-7E45-9199-1C4DDF36AD5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0067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36330D-5129-6547-93E2-A64A3871E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AEC26D5-C861-674D-AAB5-2154D3F99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AAF0E-68FA-E14A-A501-4AB87F1D676E}" type="datetimeFigureOut">
              <a:rPr lang="it-IT" smtClean="0"/>
              <a:t>25/04/20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96DB41F-B28E-5745-86BD-A376EE3AD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E00928-CEB6-CA4C-8BE0-D86CF4062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CD31-79A4-7E45-9199-1C4DDF36AD5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9493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F8D22AF-B0DD-4B44-B3F4-552F7B4B9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AAF0E-68FA-E14A-A501-4AB87F1D676E}" type="datetimeFigureOut">
              <a:rPr lang="it-IT" smtClean="0"/>
              <a:t>25/04/20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C72B9CE-1E89-4548-BFAC-9C35D8F4C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09E373-FD52-604D-A7A7-D7504975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CD31-79A4-7E45-9199-1C4DDF36AD5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7237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B5AF7C-4C36-B348-909A-EA7045427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5963366-B538-2D41-B3B5-3A85BD3B9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B36ADB1-76FF-5F43-ADB7-320C7D808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596FBF8-B0C2-0C4A-A86A-FB4A69010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AAF0E-68FA-E14A-A501-4AB87F1D676E}" type="datetimeFigureOut">
              <a:rPr lang="it-IT" smtClean="0"/>
              <a:t>25/04/20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1723DEC-CA14-5B4D-8A32-D7E677F1E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A5F2D06-C9CE-6B49-A37D-8E152E409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CD31-79A4-7E45-9199-1C4DDF36AD5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6560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FAE3ED-E5C3-B04F-B6C2-1305F19D4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485B92F-14BF-AF47-BE76-619629F2B2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AD98736-8EBC-8E48-954F-530CB80DD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E742C19-D488-3C40-8A00-7F2C3449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AAF0E-68FA-E14A-A501-4AB87F1D676E}" type="datetimeFigureOut">
              <a:rPr lang="it-IT" smtClean="0"/>
              <a:t>25/04/20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5562603-6E58-CF40-971F-F428F3C0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8CE929-FD12-554C-A8EA-43DF70B7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CD31-79A4-7E45-9199-1C4DDF36AD5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6954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5211CB-3812-8840-9DE3-128CE3E3A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1822894-3B01-9A47-B975-242C6BC67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2D82B3F-CC19-9A4E-A047-97D504E4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AAF0E-68FA-E14A-A501-4AB87F1D676E}" type="datetimeFigureOut">
              <a:rPr lang="it-IT" smtClean="0"/>
              <a:t>25/04/20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9887927-42AA-DA48-8400-152631542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E7B6A1-BC79-B640-8F0C-E511A76F3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CD31-79A4-7E45-9199-1C4DDF36AD5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2521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DD83B6F-C8BE-3D45-9D74-F1B2508F94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89EC537-3D85-4B41-913C-E595D1A58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3D22C0-49CA-DF43-9804-12B48DC7A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AAF0E-68FA-E14A-A501-4AB87F1D676E}" type="datetimeFigureOut">
              <a:rPr lang="it-IT" smtClean="0"/>
              <a:t>25/04/20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4CF0889-4E33-DC47-9E61-5802576B6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969247C-C583-E24B-964D-BC1F3F822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CD31-79A4-7E45-9199-1C4DDF36AD5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3114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D5929C0-95EB-1445-8595-621D0816D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9E9F5A4-3CFF-D644-9A02-6C932639B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7F074E-823F-1F4F-A7BB-1FD82A653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AAF0E-68FA-E14A-A501-4AB87F1D676E}" type="datetimeFigureOut">
              <a:rPr lang="it-IT" smtClean="0"/>
              <a:t>25/04/20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434B49A-5B71-2B40-A7EF-42E1A0D1E0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707CF7-0D77-DC41-BFDE-211FDDB7B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8CD31-79A4-7E45-9199-1C4DDF36AD5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7685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FAFF74-512A-2148-BB49-AF29BBA412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D114415-5AB4-6F42-AFEE-6F0D1549DD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2457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0D9C417A-E291-2549-B9C2-CFBF7EACC3ED}"/>
              </a:ext>
            </a:extLst>
          </p:cNvPr>
          <p:cNvSpPr/>
          <p:nvPr/>
        </p:nvSpPr>
        <p:spPr>
          <a:xfrm>
            <a:off x="7253556" y="1140431"/>
            <a:ext cx="2492424" cy="178770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                            AWS ec2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AE9A4BF-548C-614E-A012-C851401087B1}"/>
              </a:ext>
            </a:extLst>
          </p:cNvPr>
          <p:cNvSpPr/>
          <p:nvPr/>
        </p:nvSpPr>
        <p:spPr>
          <a:xfrm>
            <a:off x="7407667" y="2414427"/>
            <a:ext cx="1448657" cy="36987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Linux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7089B6D-7768-8A4B-9A0A-EDF937BF7869}"/>
              </a:ext>
            </a:extLst>
          </p:cNvPr>
          <p:cNvSpPr/>
          <p:nvPr/>
        </p:nvSpPr>
        <p:spPr>
          <a:xfrm>
            <a:off x="7407667" y="1520575"/>
            <a:ext cx="1027416" cy="821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Zee’s</a:t>
            </a:r>
            <a:r>
              <a:rPr lang="it-IT" dirty="0"/>
              <a:t> </a:t>
            </a:r>
          </a:p>
          <a:p>
            <a:pPr algn="ctr"/>
            <a:r>
              <a:rPr lang="it-IT" dirty="0"/>
              <a:t>Jasper Server</a:t>
            </a:r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F1D0A43F-44BC-9C44-8E71-2E0822CB6F76}"/>
              </a:ext>
            </a:extLst>
          </p:cNvPr>
          <p:cNvCxnSpPr>
            <a:cxnSpLocks/>
          </p:cNvCxnSpPr>
          <p:nvPr/>
        </p:nvCxnSpPr>
        <p:spPr>
          <a:xfrm>
            <a:off x="6096000" y="215757"/>
            <a:ext cx="0" cy="624668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AF74E59-B85B-D44F-91BC-32788FB0393D}"/>
              </a:ext>
            </a:extLst>
          </p:cNvPr>
          <p:cNvSpPr txBox="1"/>
          <p:nvPr/>
        </p:nvSpPr>
        <p:spPr>
          <a:xfrm>
            <a:off x="10594005" y="110155"/>
            <a:ext cx="882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AWS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E4DE6EF1-CA19-2442-AB43-53D498909721}"/>
              </a:ext>
            </a:extLst>
          </p:cNvPr>
          <p:cNvSpPr/>
          <p:nvPr/>
        </p:nvSpPr>
        <p:spPr>
          <a:xfrm>
            <a:off x="6457313" y="5008652"/>
            <a:ext cx="1900707" cy="116098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Lambda</a:t>
            </a:r>
          </a:p>
          <a:p>
            <a:pPr algn="ctr"/>
            <a:r>
              <a:rPr lang="it-IT" dirty="0"/>
              <a:t>Reports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8785F893-5A22-6244-8104-A5ED76953936}"/>
              </a:ext>
            </a:extLst>
          </p:cNvPr>
          <p:cNvSpPr/>
          <p:nvPr/>
        </p:nvSpPr>
        <p:spPr>
          <a:xfrm>
            <a:off x="9996900" y="3753017"/>
            <a:ext cx="2157541" cy="248634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S3 Storage</a:t>
            </a:r>
          </a:p>
          <a:p>
            <a:pPr algn="ctr"/>
            <a:endParaRPr lang="it-IT" dirty="0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E769429C-D739-0649-8626-2D37A7331B34}"/>
              </a:ext>
            </a:extLst>
          </p:cNvPr>
          <p:cNvSpPr/>
          <p:nvPr/>
        </p:nvSpPr>
        <p:spPr>
          <a:xfrm>
            <a:off x="10034459" y="3753017"/>
            <a:ext cx="1421227" cy="82488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Bucket</a:t>
            </a:r>
            <a:r>
              <a:rPr lang="it-IT" dirty="0"/>
              <a:t> </a:t>
            </a:r>
          </a:p>
          <a:p>
            <a:pPr algn="ctr"/>
            <a:r>
              <a:rPr lang="it-IT" dirty="0"/>
              <a:t>Reports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5DE9DCAB-E864-0C47-BDAC-D77C6B095104}"/>
              </a:ext>
            </a:extLst>
          </p:cNvPr>
          <p:cNvCxnSpPr>
            <a:cxnSpLocks/>
          </p:cNvCxnSpPr>
          <p:nvPr/>
        </p:nvCxnSpPr>
        <p:spPr>
          <a:xfrm>
            <a:off x="8469372" y="1831313"/>
            <a:ext cx="2345931" cy="1921704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B94B874D-CE2C-A642-82A0-FF8159C8B82B}"/>
              </a:ext>
            </a:extLst>
          </p:cNvPr>
          <p:cNvCxnSpPr>
            <a:cxnSpLocks/>
          </p:cNvCxnSpPr>
          <p:nvPr/>
        </p:nvCxnSpPr>
        <p:spPr>
          <a:xfrm flipV="1">
            <a:off x="7181636" y="2342508"/>
            <a:ext cx="643830" cy="2666145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ttangolo 22">
            <a:extLst>
              <a:ext uri="{FF2B5EF4-FFF2-40B4-BE49-F238E27FC236}">
                <a16:creationId xmlns:a16="http://schemas.microsoft.com/office/drawing/2014/main" id="{7E7A9129-CC4C-5C45-A75C-DAC8B0B7DC9C}"/>
              </a:ext>
            </a:extLst>
          </p:cNvPr>
          <p:cNvSpPr/>
          <p:nvPr/>
        </p:nvSpPr>
        <p:spPr>
          <a:xfrm>
            <a:off x="1160980" y="1068512"/>
            <a:ext cx="3760341" cy="3113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Frontend</a:t>
            </a:r>
            <a:endParaRPr lang="it-IT" dirty="0"/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8FBF42AC-9B27-B143-9E3F-063F0E461E2E}"/>
              </a:ext>
            </a:extLst>
          </p:cNvPr>
          <p:cNvSpPr/>
          <p:nvPr/>
        </p:nvSpPr>
        <p:spPr>
          <a:xfrm>
            <a:off x="2960645" y="1284270"/>
            <a:ext cx="864766" cy="38014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Print</a:t>
            </a:r>
            <a:endParaRPr lang="it-IT" dirty="0"/>
          </a:p>
        </p:txBody>
      </p: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004AE26D-9B87-D847-A2E8-3BF9ED3551F2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383501" y="1698088"/>
            <a:ext cx="3073812" cy="3891054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ilindro 27">
            <a:extLst>
              <a:ext uri="{FF2B5EF4-FFF2-40B4-BE49-F238E27FC236}">
                <a16:creationId xmlns:a16="http://schemas.microsoft.com/office/drawing/2014/main" id="{2D27AB70-21D0-E54C-970E-EB06517B2CB3}"/>
              </a:ext>
            </a:extLst>
          </p:cNvPr>
          <p:cNvSpPr/>
          <p:nvPr/>
        </p:nvSpPr>
        <p:spPr>
          <a:xfrm>
            <a:off x="8720182" y="4831447"/>
            <a:ext cx="1119835" cy="134667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Dynamo</a:t>
            </a:r>
            <a:endParaRPr lang="it-IT" dirty="0"/>
          </a:p>
          <a:p>
            <a:pPr algn="ctr"/>
            <a:endParaRPr lang="it-IT" dirty="0"/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78174D31-4BEB-084C-BC25-AD6C4DBC8E42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8133752" y="5589142"/>
            <a:ext cx="630821" cy="309326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7CCC6986-1632-3546-8624-30797C1F6369}"/>
              </a:ext>
            </a:extLst>
          </p:cNvPr>
          <p:cNvSpPr txBox="1"/>
          <p:nvPr/>
        </p:nvSpPr>
        <p:spPr>
          <a:xfrm>
            <a:off x="7498808" y="5774639"/>
            <a:ext cx="12298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/>
              <a:t>2. Recupera </a:t>
            </a:r>
            <a:r>
              <a:rPr lang="it-IT" sz="1100" dirty="0" err="1"/>
              <a:t>query</a:t>
            </a:r>
            <a:endParaRPr lang="it-IT" sz="1100" dirty="0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71F03EDC-CDF6-6E45-B578-14A4323ED76A}"/>
              </a:ext>
            </a:extLst>
          </p:cNvPr>
          <p:cNvSpPr txBox="1"/>
          <p:nvPr/>
        </p:nvSpPr>
        <p:spPr>
          <a:xfrm>
            <a:off x="7305130" y="3616504"/>
            <a:ext cx="255384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4. Comando: genera report</a:t>
            </a:r>
          </a:p>
          <a:p>
            <a:r>
              <a:rPr lang="it-IT" sz="1400" dirty="0" err="1"/>
              <a:t>Params</a:t>
            </a:r>
            <a:r>
              <a:rPr lang="it-IT" sz="1400" dirty="0"/>
              <a:t>: nome report,</a:t>
            </a:r>
          </a:p>
          <a:p>
            <a:r>
              <a:rPr lang="it-IT" sz="1400" dirty="0" err="1"/>
              <a:t>query</a:t>
            </a:r>
            <a:r>
              <a:rPr lang="it-IT" sz="1400" dirty="0"/>
              <a:t> elaborata, </a:t>
            </a:r>
            <a:r>
              <a:rPr lang="it-IT" sz="1400" dirty="0" err="1"/>
              <a:t>codice_azienda</a:t>
            </a:r>
            <a:endParaRPr lang="it-IT" sz="1400" dirty="0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17D658C7-81FC-B94A-9E2D-4EEB8E0797AB}"/>
              </a:ext>
            </a:extLst>
          </p:cNvPr>
          <p:cNvSpPr txBox="1"/>
          <p:nvPr/>
        </p:nvSpPr>
        <p:spPr>
          <a:xfrm>
            <a:off x="11154028" y="3841998"/>
            <a:ext cx="936475" cy="430887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it-IT" sz="1100" dirty="0" err="1"/>
              <a:t>Jrxml</a:t>
            </a:r>
            <a:r>
              <a:rPr lang="it-IT" sz="1100" dirty="0"/>
              <a:t>, .</a:t>
            </a:r>
            <a:r>
              <a:rPr lang="it-IT" sz="1100" dirty="0" err="1"/>
              <a:t>jasper</a:t>
            </a:r>
            <a:endParaRPr lang="it-IT" sz="1100" dirty="0"/>
          </a:p>
          <a:p>
            <a:r>
              <a:rPr lang="it-IT" sz="1100" dirty="0"/>
              <a:t>.</a:t>
            </a:r>
            <a:r>
              <a:rPr lang="it-IT" sz="1100" dirty="0" err="1"/>
              <a:t>png</a:t>
            </a:r>
            <a:endParaRPr lang="it-IT" sz="1100" dirty="0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8A5779C1-35B5-BD45-9B7B-3F8B02DEFE58}"/>
              </a:ext>
            </a:extLst>
          </p:cNvPr>
          <p:cNvSpPr txBox="1"/>
          <p:nvPr/>
        </p:nvSpPr>
        <p:spPr>
          <a:xfrm>
            <a:off x="11287900" y="4311906"/>
            <a:ext cx="410690" cy="2616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it-IT" sz="1100" dirty="0"/>
              <a:t>.pdf</a:t>
            </a:r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1044C486-5CEF-D544-8BF0-1A4A95341755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664578" y="1931542"/>
            <a:ext cx="743089" cy="307596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9755B2F0-694B-2842-9295-DA68A2654983}"/>
              </a:ext>
            </a:extLst>
          </p:cNvPr>
          <p:cNvSpPr txBox="1"/>
          <p:nvPr/>
        </p:nvSpPr>
        <p:spPr>
          <a:xfrm>
            <a:off x="5381299" y="3058031"/>
            <a:ext cx="19591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50" dirty="0"/>
              <a:t>8. Risposta: link temporaneo pdf</a:t>
            </a:r>
          </a:p>
        </p:txBody>
      </p: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9F238510-2AEB-924F-973F-9A7390B34C2A}"/>
              </a:ext>
            </a:extLst>
          </p:cNvPr>
          <p:cNvCxnSpPr>
            <a:cxnSpLocks/>
          </p:cNvCxnSpPr>
          <p:nvPr/>
        </p:nvCxnSpPr>
        <p:spPr>
          <a:xfrm flipH="1" flipV="1">
            <a:off x="3825411" y="1698089"/>
            <a:ext cx="2653892" cy="339030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4 52">
            <a:extLst>
              <a:ext uri="{FF2B5EF4-FFF2-40B4-BE49-F238E27FC236}">
                <a16:creationId xmlns:a16="http://schemas.microsoft.com/office/drawing/2014/main" id="{184B3364-6019-8A48-AD00-E2F6A5AC13DE}"/>
              </a:ext>
            </a:extLst>
          </p:cNvPr>
          <p:cNvCxnSpPr>
            <a:cxnSpLocks/>
            <a:stCxn id="24" idx="0"/>
            <a:endCxn id="38" idx="3"/>
          </p:cNvCxnSpPr>
          <p:nvPr/>
        </p:nvCxnSpPr>
        <p:spPr>
          <a:xfrm rot="16200000" flipH="1">
            <a:off x="5966588" y="-1289291"/>
            <a:ext cx="3158441" cy="8305562"/>
          </a:xfrm>
          <a:prstGeom prst="bentConnector4">
            <a:avLst>
              <a:gd name="adj1" fmla="val -19783"/>
              <a:gd name="adj2" fmla="val 102752"/>
            </a:avLst>
          </a:prstGeom>
          <a:ln w="57150">
            <a:solidFill>
              <a:srgbClr val="92D050">
                <a:alpha val="56078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7C149FA3-EE26-2F47-8F10-A4B0EFAD7461}"/>
              </a:ext>
            </a:extLst>
          </p:cNvPr>
          <p:cNvSpPr txBox="1"/>
          <p:nvPr/>
        </p:nvSpPr>
        <p:spPr>
          <a:xfrm>
            <a:off x="6127401" y="358580"/>
            <a:ext cx="12130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Download pdf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CDA472FC-ED7C-9843-A722-4CFDDEEC1BC5}"/>
              </a:ext>
            </a:extLst>
          </p:cNvPr>
          <p:cNvSpPr txBox="1"/>
          <p:nvPr/>
        </p:nvSpPr>
        <p:spPr>
          <a:xfrm>
            <a:off x="6397227" y="6301785"/>
            <a:ext cx="19607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/>
              <a:t>3. Elabora </a:t>
            </a:r>
            <a:r>
              <a:rPr lang="it-IT" sz="1100" dirty="0" err="1"/>
              <a:t>query</a:t>
            </a:r>
            <a:r>
              <a:rPr lang="it-IT" sz="1100" dirty="0"/>
              <a:t> con parametri</a:t>
            </a: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0B77D4B6-9EA9-4143-AFAB-3037E86E54F1}"/>
              </a:ext>
            </a:extLst>
          </p:cNvPr>
          <p:cNvSpPr txBox="1"/>
          <p:nvPr/>
        </p:nvSpPr>
        <p:spPr>
          <a:xfrm>
            <a:off x="8979613" y="2394701"/>
            <a:ext cx="2255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5. Legge </a:t>
            </a:r>
            <a:r>
              <a:rPr lang="it-IT" sz="1400" dirty="0" err="1"/>
              <a:t>jxmrl</a:t>
            </a:r>
            <a:r>
              <a:rPr lang="it-IT" sz="1400" dirty="0"/>
              <a:t> + </a:t>
            </a:r>
            <a:r>
              <a:rPr lang="it-IT" sz="1400" dirty="0" err="1"/>
              <a:t>jasper</a:t>
            </a:r>
            <a:r>
              <a:rPr lang="it-IT" sz="1400" dirty="0"/>
              <a:t> + </a:t>
            </a:r>
            <a:r>
              <a:rPr lang="it-IT" sz="1400" dirty="0" err="1"/>
              <a:t>png</a:t>
            </a:r>
            <a:endParaRPr lang="it-IT" sz="1400" dirty="0"/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4456988E-6A1B-7645-92AB-7A0200E6E1D0}"/>
              </a:ext>
            </a:extLst>
          </p:cNvPr>
          <p:cNvSpPr txBox="1"/>
          <p:nvPr/>
        </p:nvSpPr>
        <p:spPr>
          <a:xfrm>
            <a:off x="7191910" y="1222848"/>
            <a:ext cx="13375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6.2 Produce pdf</a:t>
            </a: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59497A90-5F97-4B4A-9590-2C0778D5368A}"/>
              </a:ext>
            </a:extLst>
          </p:cNvPr>
          <p:cNvSpPr txBox="1"/>
          <p:nvPr/>
        </p:nvSpPr>
        <p:spPr>
          <a:xfrm>
            <a:off x="8449883" y="2963020"/>
            <a:ext cx="2964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7. Salva pdf e ottiene link temporaneo</a:t>
            </a: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F86E1B82-863D-AA4B-A02D-B5D299770F4A}"/>
              </a:ext>
            </a:extLst>
          </p:cNvPr>
          <p:cNvSpPr txBox="1"/>
          <p:nvPr/>
        </p:nvSpPr>
        <p:spPr>
          <a:xfrm>
            <a:off x="4356746" y="2036095"/>
            <a:ext cx="19591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50" dirty="0"/>
              <a:t>9. Risposta: link temporaneo pdf</a:t>
            </a:r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D0AD5A63-DFD2-7F41-9ACA-486353F08460}"/>
              </a:ext>
            </a:extLst>
          </p:cNvPr>
          <p:cNvSpPr/>
          <p:nvPr/>
        </p:nvSpPr>
        <p:spPr>
          <a:xfrm>
            <a:off x="5847446" y="4165458"/>
            <a:ext cx="486635" cy="1331978"/>
          </a:xfrm>
          <a:prstGeom prst="rect">
            <a:avLst/>
          </a:prstGeom>
          <a:solidFill>
            <a:srgbClr val="4472C4">
              <a:alpha val="3843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8447C8C-28E1-E04B-A5DD-1641DB073327}"/>
              </a:ext>
            </a:extLst>
          </p:cNvPr>
          <p:cNvSpPr txBox="1"/>
          <p:nvPr/>
        </p:nvSpPr>
        <p:spPr>
          <a:xfrm>
            <a:off x="2273309" y="3673832"/>
            <a:ext cx="29401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1. Comando: genera report</a:t>
            </a:r>
          </a:p>
          <a:p>
            <a:r>
              <a:rPr lang="it-IT" sz="1400" dirty="0" err="1"/>
              <a:t>Params</a:t>
            </a:r>
            <a:r>
              <a:rPr lang="it-IT" sz="1400" dirty="0"/>
              <a:t>: nome report, </a:t>
            </a:r>
            <a:r>
              <a:rPr lang="it-IT" sz="1400" dirty="0" err="1"/>
              <a:t>codice_azienda</a:t>
            </a:r>
            <a:endParaRPr lang="it-IT" sz="1400" dirty="0"/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A303E2BA-E1B1-594D-80A0-208322FACC0D}"/>
              </a:ext>
            </a:extLst>
          </p:cNvPr>
          <p:cNvSpPr txBox="1"/>
          <p:nvPr/>
        </p:nvSpPr>
        <p:spPr>
          <a:xfrm>
            <a:off x="2867664" y="5016455"/>
            <a:ext cx="30324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Interfaccia pubblica con autenticazione</a:t>
            </a:r>
          </a:p>
        </p:txBody>
      </p:sp>
      <p:sp>
        <p:nvSpPr>
          <p:cNvPr id="71" name="Cilindro 70">
            <a:extLst>
              <a:ext uri="{FF2B5EF4-FFF2-40B4-BE49-F238E27FC236}">
                <a16:creationId xmlns:a16="http://schemas.microsoft.com/office/drawing/2014/main" id="{F8C48C4A-743D-1043-8605-AAFBB2FCEDBB}"/>
              </a:ext>
            </a:extLst>
          </p:cNvPr>
          <p:cNvSpPr/>
          <p:nvPr/>
        </p:nvSpPr>
        <p:spPr>
          <a:xfrm>
            <a:off x="10382120" y="858362"/>
            <a:ext cx="1119835" cy="134667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Postgres</a:t>
            </a:r>
            <a:endParaRPr lang="it-IT" dirty="0"/>
          </a:p>
        </p:txBody>
      </p:sp>
      <p:cxnSp>
        <p:nvCxnSpPr>
          <p:cNvPr id="72" name="Connettore 2 71">
            <a:extLst>
              <a:ext uri="{FF2B5EF4-FFF2-40B4-BE49-F238E27FC236}">
                <a16:creationId xmlns:a16="http://schemas.microsoft.com/office/drawing/2014/main" id="{02656B7A-516C-5E41-A8FB-8CA7EF28C554}"/>
              </a:ext>
            </a:extLst>
          </p:cNvPr>
          <p:cNvCxnSpPr>
            <a:cxnSpLocks/>
            <a:endCxn id="71" idx="2"/>
          </p:cNvCxnSpPr>
          <p:nvPr/>
        </p:nvCxnSpPr>
        <p:spPr>
          <a:xfrm flipV="1">
            <a:off x="8487371" y="1531701"/>
            <a:ext cx="1894749" cy="13140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78C3E64D-76B5-8D48-877F-D3FCCFB570C6}"/>
              </a:ext>
            </a:extLst>
          </p:cNvPr>
          <p:cNvSpPr txBox="1"/>
          <p:nvPr/>
        </p:nvSpPr>
        <p:spPr>
          <a:xfrm>
            <a:off x="8717593" y="1235524"/>
            <a:ext cx="1434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6.1 Esegue </a:t>
            </a:r>
            <a:r>
              <a:rPr lang="it-IT" sz="1400" dirty="0" err="1"/>
              <a:t>query</a:t>
            </a:r>
            <a:endParaRPr lang="it-IT" sz="1400" dirty="0"/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51CE9F1B-4B5F-8047-B27E-3973AC3AB37A}"/>
              </a:ext>
            </a:extLst>
          </p:cNvPr>
          <p:cNvSpPr txBox="1"/>
          <p:nvPr/>
        </p:nvSpPr>
        <p:spPr>
          <a:xfrm>
            <a:off x="8764573" y="5683024"/>
            <a:ext cx="1031051" cy="430887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it-IT" sz="1100" dirty="0"/>
              <a:t>Tabella report:</a:t>
            </a:r>
          </a:p>
          <a:p>
            <a:r>
              <a:rPr lang="it-IT" sz="1100" dirty="0"/>
              <a:t>File .</a:t>
            </a:r>
            <a:r>
              <a:rPr lang="it-IT" sz="1100" dirty="0" err="1"/>
              <a:t>json</a:t>
            </a:r>
            <a:endParaRPr lang="it-IT" sz="1100" dirty="0"/>
          </a:p>
        </p:txBody>
      </p:sp>
    </p:spTree>
    <p:extLst>
      <p:ext uri="{BB962C8B-B14F-4D97-AF65-F5344CB8AC3E}">
        <p14:creationId xmlns:p14="http://schemas.microsoft.com/office/powerpoint/2010/main" val="27869476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115</Words>
  <Application>Microsoft Macintosh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Nicola Capovilla</dc:creator>
  <cp:lastModifiedBy>Nicola Capovilla</cp:lastModifiedBy>
  <cp:revision>3</cp:revision>
  <dcterms:created xsi:type="dcterms:W3CDTF">2020-04-25T15:01:55Z</dcterms:created>
  <dcterms:modified xsi:type="dcterms:W3CDTF">2020-04-25T15:53:26Z</dcterms:modified>
</cp:coreProperties>
</file>